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37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0" y="1371600"/>
            <a:ext cx="45720" cy="2400300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0" y="1828800"/>
            <a:ext cx="45720" cy="1485900"/>
          </a:xfrm>
          <a:prstGeom prst="rect">
            <a:avLst/>
          </a:prstGeom>
          <a:solidFill>
            <a:srgbClr val="00F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bt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4114800" cy="1170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ADS &amp; MEDIA BUYING STRATEGY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 Campaign &amp; Budget Breakdown ($15k USD)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laser-focused budget distribution across Meta, LinkedIn, and Google Search campaigns targeting exhibitors, hosted buyers, and ticket visitors.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Budget &amp; Channels Matrix ($15,000 USD)</a:t>
            </a:r>
            <a:endParaRPr lang="en-US" sz="2000" dirty="0"/>
          </a:p>
        </p:txBody>
      </p:sp>
      <p:pic>
        <p:nvPicPr>
          <p:cNvPr id="4" name="Image 0" descr="bt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74320"/>
            <a:ext cx="1645920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1371600" cy="27432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TRAVEL MART (BTM 2026)  |  DIGITAL ADS PLAN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(60% / $9,000)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88620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331720" cy="228600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Ads (25% / $3,750)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388620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7200" y="2286000"/>
            <a:ext cx="969264" cy="228600"/>
          </a:xfrm>
          <a:prstGeom prst="rect">
            <a:avLst/>
          </a:prstGeom>
          <a:solidFill>
            <a:srgbClr val="00F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(15% / $2,250)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3886200" cy="228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3017520"/>
            <a:ext cx="585216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7200" y="34747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 Ads: Primary channel for local buyer leads and ticket sales.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 Ads: Premium B2B targeting for international stall bookings.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Search: High-intent keyword capture for certified trainings &amp; fair keywords.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00600" y="1280160"/>
            <a:ext cx="3886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9204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/ Objective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5160" y="1280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26680" y="1280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CPA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00600" y="1783080"/>
            <a:ext cx="3886200" cy="41148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89204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Leads (Local B2B Buyers)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95160" y="17830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$5,250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726680" y="1783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$3.50 / Lead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0600" y="2286000"/>
            <a:ext cx="3886200" cy="41148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9204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Tickets (B2C Visitors)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95160" y="2286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$3,750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2668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 / Ticket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2788920"/>
            <a:ext cx="3886200" cy="41148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9204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Leads (Stall Sales)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95160" y="27889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$3,750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26680" y="2788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$45.00 / Lead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00600" y="3291840"/>
            <a:ext cx="3886200" cy="41148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89204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(High Intent)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995160" y="32918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26680" y="32918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$2.50 / Click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00600" y="3794760"/>
            <a:ext cx="3886200" cy="41148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892040" y="3794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(Google Display)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995160" y="37947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726680" y="3794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reach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Campaigns ($9,000 Budget)</a:t>
            </a:r>
            <a:endParaRPr lang="en-US" sz="2000" dirty="0"/>
          </a:p>
        </p:txBody>
      </p:sp>
      <p:pic>
        <p:nvPicPr>
          <p:cNvPr id="4" name="Image 0" descr="bt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74320"/>
            <a:ext cx="1645920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1371600" cy="27432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TRAVEL MART (BTM 2026)  |  DIGITAL ADS PLAN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38862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LOCAL BUYER LEADS ($5,250)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3886200" cy="265176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Objective: Acquire 1,500+ registrations from local travel agents &amp; outbound tour operators.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Targeting: Outbound travel interests, travel business owners, administrators in Bangladesh.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Creative Format: Video testimonials from past participants + 'Hosted Buyer Premium Benefits' (Complimentary hotel &amp; pre-scheduled meetings).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CPA: $3.50 per approved registration lead.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371600"/>
            <a:ext cx="38862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GENERAL VISITOR TICKETS ($3,750)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00600" y="1737360"/>
            <a:ext cx="3886200" cy="265176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83480" y="1874520"/>
            <a:ext cx="3520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Objective: Sell 3,000+ visitor entry tickets online.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Targeting: Affluent Dhaka travelers, families, honeymooners, and interest in international airlines/destination packages.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Creative Format: Carousel ads presenting top outbound packages &amp; ticket purchase discounts.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CPA: $1.20 per visitor ticket conversion.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ADS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Ads Campaign ($3,750 Budget)</a:t>
            </a:r>
            <a:endParaRPr lang="en-US" sz="2000" dirty="0"/>
          </a:p>
        </p:txBody>
      </p:sp>
      <p:pic>
        <p:nvPicPr>
          <p:cNvPr id="4" name="Image 0" descr="bt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74320"/>
            <a:ext cx="1645920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1371600" cy="27432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TRAVEL MART (BTM 2026)  |  DIGITAL ADS PLAN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International Exhibitors (Pavilion &amp; Stall Sales)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Strategy &amp; Setup: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Objective: Capture 80+ high-quality corporate leads from foreign DMCs, hotel groups, and Tourism Boards (NTOs).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Geographic Focus: APAC &amp; Middle East regions (Malaysia, Thailand, Turkey, Singapore, Saudi Arabia, Dubai).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CPA: $45.00 / Lead (Sales team to follow up directly).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1737360"/>
            <a:ext cx="38862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TARGETING CRITERIA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2103120"/>
            <a:ext cx="3886200" cy="2286000"/>
          </a:xfrm>
          <a:prstGeom prst="rect">
            <a:avLst/>
          </a:prstGeom>
          <a:solidFill>
            <a:srgbClr val="151F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83480" y="224028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 Sectors: Leisure &amp; Travel, Hospitality, Airlines, Government Relations.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Functions: Business Development, Sales, Marketing, Executive.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Titles: GM, Director of Sales, Outbound Manager, Tourism Representative, Marketing Lead.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Creative Format: Document Ads sharing 'Market Report: Outbound Tourism Growth in Bangladesh' (requires email/phone to open).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Campaigns ($2,250 Budget)</a:t>
            </a:r>
            <a:endParaRPr lang="en-US" sz="2000" dirty="0"/>
          </a:p>
        </p:txBody>
      </p:sp>
      <p:pic>
        <p:nvPicPr>
          <p:cNvPr id="4" name="Image 0" descr="bt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74320"/>
            <a:ext cx="1645920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1371600" cy="27432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TRAVEL MART (BTM 2026)  |  DIGITAL ADS PLAN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246888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2468880" cy="73152"/>
          </a:xfrm>
          <a:prstGeom prst="rect">
            <a:avLst/>
          </a:prstGeom>
          <a:solidFill>
            <a:srgbClr val="00F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STALL EXHIBITORS ($750)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011680"/>
            <a:ext cx="914400" cy="9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4360" y="21945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Keywords: 'travel mart dhaka registration', 'btm 2026 stalls', 'bangladesh travel fair exhibitor'.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Landing Page: BTM B2B Stall Sales Info &amp; Floor Plan request.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Capture high-intent foreign companies actively searching for stalls.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337560" y="1371600"/>
            <a:ext cx="246888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37560" y="1371600"/>
            <a:ext cx="2468880" cy="73152"/>
          </a:xfrm>
          <a:prstGeom prst="rect">
            <a:avLst/>
          </a:prstGeom>
          <a:solidFill>
            <a:srgbClr val="FF5E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HOSTED BUYERS ($750)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74720" y="2011680"/>
            <a:ext cx="914400" cy="9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74720" y="21945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Keywords: 'hosted buyer program travel mart', 'dhaka travel fair agent registration', 'B2B travel fair'.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Landing Page: Hosted Buyer Application Form.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Vetted signups from agencies looking to meet foreign operators.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17920" y="1371600"/>
            <a:ext cx="246888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17920" y="1371600"/>
            <a:ext cx="24688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CERTIFIED SEMINARS ($750)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2011680"/>
            <a:ext cx="914400" cy="9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55080" y="21945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Keywords: 'visa processing training dhaka', 'tourism e-commerce seminar', 'BOTOA training registration'.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Landing Page: Seminar registration &amp; Payment portal.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Driven by professional searchers looking for industry certification.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695</Words>
  <Application>Microsoft Office PowerPoint</Application>
  <PresentationFormat>On-screen Show (16:9)</PresentationFormat>
  <Paragraphs>78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Webmaster</cp:lastModifiedBy>
  <cp:revision>2</cp:revision>
  <dcterms:created xsi:type="dcterms:W3CDTF">2026-06-29T09:28:05Z</dcterms:created>
  <dcterms:modified xsi:type="dcterms:W3CDTF">2026-06-29T09:54:08Z</dcterms:modified>
</cp:coreProperties>
</file>